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sldIdLst>
    <p:sldId id="256" r:id="rId2"/>
    <p:sldId id="257" r:id="rId3"/>
    <p:sldId id="258" r:id="rId4"/>
    <p:sldId id="259" r:id="rId5"/>
    <p:sldId id="260" r:id="rId6"/>
    <p:sldId id="273" r:id="rId7"/>
    <p:sldId id="275" r:id="rId8"/>
    <p:sldId id="266" r:id="rId9"/>
    <p:sldId id="276" r:id="rId10"/>
    <p:sldId id="267" r:id="rId11"/>
    <p:sldId id="262" r:id="rId12"/>
    <p:sldId id="274" r:id="rId13"/>
    <p:sldId id="268" r:id="rId14"/>
    <p:sldId id="277" r:id="rId15"/>
    <p:sldId id="264" r:id="rId16"/>
    <p:sldId id="26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53DCF7D-46BD-4E18-95B6-A1D7F6F9E35D}" type="datetimeFigureOut">
              <a:rPr lang="en-IN" smtClean="0"/>
              <a:t>11-11-2025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D488B0A1-7616-4163-825A-350E36461A5D}"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0136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3DCF7D-46BD-4E18-95B6-A1D7F6F9E35D}"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88B0A1-7616-4163-825A-350E36461A5D}" type="slidenum">
              <a:rPr lang="en-IN" smtClean="0"/>
              <a:t>‹#›</a:t>
            </a:fld>
            <a:endParaRPr lang="en-IN"/>
          </a:p>
        </p:txBody>
      </p:sp>
    </p:spTree>
    <p:extLst>
      <p:ext uri="{BB962C8B-B14F-4D97-AF65-F5344CB8AC3E}">
        <p14:creationId xmlns:p14="http://schemas.microsoft.com/office/powerpoint/2010/main" val="3378561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3DCF7D-46BD-4E18-95B6-A1D7F6F9E35D}"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88B0A1-7616-4163-825A-350E36461A5D}"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9503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3DCF7D-46BD-4E18-95B6-A1D7F6F9E35D}" type="datetimeFigureOut">
              <a:rPr lang="en-IN" smtClean="0"/>
              <a:t>11-11-2025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88B0A1-7616-4163-825A-350E36461A5D}" type="slidenum">
              <a:rPr lang="en-IN" smtClean="0"/>
              <a:t>‹#›</a:t>
            </a:fld>
            <a:endParaRPr lang="en-IN"/>
          </a:p>
        </p:txBody>
      </p:sp>
    </p:spTree>
    <p:extLst>
      <p:ext uri="{BB962C8B-B14F-4D97-AF65-F5344CB8AC3E}">
        <p14:creationId xmlns:p14="http://schemas.microsoft.com/office/powerpoint/2010/main" val="303950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3DCF7D-46BD-4E18-95B6-A1D7F6F9E35D}" type="datetimeFigureOut">
              <a:rPr lang="en-IN" smtClean="0"/>
              <a:t>11-11-2025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488B0A1-7616-4163-825A-350E36461A5D}"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7625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53DCF7D-46BD-4E18-95B6-A1D7F6F9E35D}" type="datetimeFigureOut">
              <a:rPr lang="en-IN" smtClean="0"/>
              <a:t>11-11-2025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488B0A1-7616-4163-825A-350E36461A5D}"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6629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3DCF7D-46BD-4E18-95B6-A1D7F6F9E35D}" type="datetimeFigureOut">
              <a:rPr lang="en-IN" smtClean="0"/>
              <a:t>11-11-2025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488B0A1-7616-4163-825A-350E36461A5D}" type="slidenum">
              <a:rPr lang="en-IN" smtClean="0"/>
              <a:t>‹#›</a:t>
            </a:fld>
            <a:endParaRPr lang="en-IN"/>
          </a:p>
        </p:txBody>
      </p:sp>
    </p:spTree>
    <p:extLst>
      <p:ext uri="{BB962C8B-B14F-4D97-AF65-F5344CB8AC3E}">
        <p14:creationId xmlns:p14="http://schemas.microsoft.com/office/powerpoint/2010/main" val="1275279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3DCF7D-46BD-4E18-95B6-A1D7F6F9E35D}" type="datetimeFigureOut">
              <a:rPr lang="en-IN" smtClean="0"/>
              <a:t>11-11-2025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88B0A1-7616-4163-825A-350E36461A5D}"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2025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3DCF7D-46BD-4E18-95B6-A1D7F6F9E35D}" type="datetimeFigureOut">
              <a:rPr lang="en-IN" smtClean="0"/>
              <a:t>11-11-2025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88B0A1-7616-4163-825A-350E36461A5D}" type="slidenum">
              <a:rPr lang="en-IN" smtClean="0"/>
              <a:t>‹#›</a:t>
            </a:fld>
            <a:endParaRPr lang="en-IN"/>
          </a:p>
        </p:txBody>
      </p:sp>
    </p:spTree>
    <p:extLst>
      <p:ext uri="{BB962C8B-B14F-4D97-AF65-F5344CB8AC3E}">
        <p14:creationId xmlns:p14="http://schemas.microsoft.com/office/powerpoint/2010/main" val="74915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3DCF7D-46BD-4E18-95B6-A1D7F6F9E35D}" type="datetimeFigureOut">
              <a:rPr lang="en-IN" smtClean="0"/>
              <a:t>11-11-2025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88B0A1-7616-4163-825A-350E36461A5D}" type="slidenum">
              <a:rPr lang="en-IN" smtClean="0"/>
              <a:t>‹#›</a:t>
            </a:fld>
            <a:endParaRPr lang="en-IN"/>
          </a:p>
        </p:txBody>
      </p:sp>
    </p:spTree>
    <p:extLst>
      <p:ext uri="{BB962C8B-B14F-4D97-AF65-F5344CB8AC3E}">
        <p14:creationId xmlns:p14="http://schemas.microsoft.com/office/powerpoint/2010/main" val="4181545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3DCF7D-46BD-4E18-95B6-A1D7F6F9E35D}"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88B0A1-7616-4163-825A-350E36461A5D}"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3474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3DCF7D-46BD-4E18-95B6-A1D7F6F9E35D}"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88B0A1-7616-4163-825A-350E36461A5D}"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95416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3DCF7D-46BD-4E18-95B6-A1D7F6F9E35D}"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88B0A1-7616-4163-825A-350E36461A5D}" type="slidenum">
              <a:rPr lang="en-IN" smtClean="0"/>
              <a:t>‹#›</a:t>
            </a:fld>
            <a:endParaRPr lang="en-IN"/>
          </a:p>
        </p:txBody>
      </p:sp>
    </p:spTree>
    <p:extLst>
      <p:ext uri="{BB962C8B-B14F-4D97-AF65-F5344CB8AC3E}">
        <p14:creationId xmlns:p14="http://schemas.microsoft.com/office/powerpoint/2010/main" val="16753069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3DCF7D-46BD-4E18-95B6-A1D7F6F9E35D}"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88B0A1-7616-4163-825A-350E36461A5D}"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46751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3DCF7D-46BD-4E18-95B6-A1D7F6F9E35D}"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88B0A1-7616-4163-825A-350E36461A5D}"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56543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3DCF7D-46BD-4E18-95B6-A1D7F6F9E35D}"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88B0A1-7616-4163-825A-350E36461A5D}"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77268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3DCF7D-46BD-4E18-95B6-A1D7F6F9E35D}"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88B0A1-7616-4163-825A-350E36461A5D}"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2789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53DCF7D-46BD-4E18-95B6-A1D7F6F9E35D}" type="datetimeFigureOut">
              <a:rPr lang="en-IN" smtClean="0"/>
              <a:t>11-11-2025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488B0A1-7616-4163-825A-350E36461A5D}" type="slidenum">
              <a:rPr lang="en-IN" smtClean="0"/>
              <a:t>‹#›</a:t>
            </a:fld>
            <a:endParaRPr lang="en-IN"/>
          </a:p>
        </p:txBody>
      </p:sp>
    </p:spTree>
    <p:extLst>
      <p:ext uri="{BB962C8B-B14F-4D97-AF65-F5344CB8AC3E}">
        <p14:creationId xmlns:p14="http://schemas.microsoft.com/office/powerpoint/2010/main" val="3473424328"/>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F436FA-006B-6A2D-9BD3-01BCD0DBABAE}"/>
              </a:ext>
            </a:extLst>
          </p:cNvPr>
          <p:cNvSpPr>
            <a:spLocks noGrp="1"/>
          </p:cNvSpPr>
          <p:nvPr>
            <p:ph type="title"/>
          </p:nvPr>
        </p:nvSpPr>
        <p:spPr/>
        <p:txBody>
          <a:bodyPr>
            <a:noAutofit/>
          </a:bodyPr>
          <a:lstStyle/>
          <a:p>
            <a:r>
              <a:rPr lang="en-IN" sz="5400" b="1" dirty="0"/>
              <a:t>Inventory Management System</a:t>
            </a:r>
          </a:p>
        </p:txBody>
      </p:sp>
      <p:sp>
        <p:nvSpPr>
          <p:cNvPr id="5" name="Content Placeholder 4">
            <a:extLst>
              <a:ext uri="{FF2B5EF4-FFF2-40B4-BE49-F238E27FC236}">
                <a16:creationId xmlns:a16="http://schemas.microsoft.com/office/drawing/2014/main" id="{EA90E409-BB9D-7D04-6EF3-CED9ADA2889D}"/>
              </a:ext>
            </a:extLst>
          </p:cNvPr>
          <p:cNvSpPr>
            <a:spLocks noGrp="1"/>
          </p:cNvSpPr>
          <p:nvPr>
            <p:ph idx="1"/>
          </p:nvPr>
        </p:nvSpPr>
        <p:spPr>
          <a:xfrm>
            <a:off x="951831" y="2631615"/>
            <a:ext cx="8269661" cy="3880773"/>
          </a:xfrm>
        </p:spPr>
        <p:txBody>
          <a:bodyPr/>
          <a:lstStyle/>
          <a:p>
            <a:pPr marL="0" indent="0">
              <a:buNone/>
            </a:pPr>
            <a:r>
              <a:rPr lang="en-IN" sz="4400" b="1" u="sng" dirty="0"/>
              <a:t>Presented By:</a:t>
            </a:r>
          </a:p>
          <a:p>
            <a:r>
              <a:rPr lang="en-IN" sz="3200" dirty="0"/>
              <a:t>Suvesh (168)</a:t>
            </a:r>
          </a:p>
          <a:p>
            <a:r>
              <a:rPr lang="en-IN" sz="3200" dirty="0"/>
              <a:t>Gun Chugh(169)</a:t>
            </a:r>
          </a:p>
          <a:p>
            <a:r>
              <a:rPr lang="en-IN" sz="3200" dirty="0"/>
              <a:t>Pallavi Jain (170)</a:t>
            </a:r>
          </a:p>
          <a:p>
            <a:r>
              <a:rPr lang="en-IN" sz="3200" dirty="0"/>
              <a:t>Arihant Jain(171)</a:t>
            </a:r>
          </a:p>
          <a:p>
            <a:endParaRPr lang="en-IN" dirty="0"/>
          </a:p>
        </p:txBody>
      </p:sp>
      <p:pic>
        <p:nvPicPr>
          <p:cNvPr id="1026" name="Picture 2" descr="Inventory Management: Definition, How ...">
            <a:extLst>
              <a:ext uri="{FF2B5EF4-FFF2-40B4-BE49-F238E27FC236}">
                <a16:creationId xmlns:a16="http://schemas.microsoft.com/office/drawing/2014/main" id="{CB9A7254-EDC6-0BDA-0EBB-4F0CDDBC46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3484" y="2857307"/>
            <a:ext cx="4055307" cy="2838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4625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801D2-DE1E-F573-E48A-B6B668DE7D0B}"/>
              </a:ext>
            </a:extLst>
          </p:cNvPr>
          <p:cNvSpPr>
            <a:spLocks noGrp="1"/>
          </p:cNvSpPr>
          <p:nvPr>
            <p:ph type="title"/>
          </p:nvPr>
        </p:nvSpPr>
        <p:spPr>
          <a:xfrm>
            <a:off x="1295401" y="832231"/>
            <a:ext cx="5380218" cy="1303867"/>
          </a:xfrm>
        </p:spPr>
        <p:txBody>
          <a:bodyPr>
            <a:normAutofit fontScale="90000"/>
          </a:bodyPr>
          <a:lstStyle/>
          <a:p>
            <a:r>
              <a:rPr lang="en-US" b="1" dirty="0"/>
              <a:t>Overview and Purpose:</a:t>
            </a:r>
            <a:endParaRPr lang="en-IN" b="1" dirty="0"/>
          </a:p>
        </p:txBody>
      </p:sp>
      <p:sp>
        <p:nvSpPr>
          <p:cNvPr id="3" name="Content Placeholder 2">
            <a:extLst>
              <a:ext uri="{FF2B5EF4-FFF2-40B4-BE49-F238E27FC236}">
                <a16:creationId xmlns:a16="http://schemas.microsoft.com/office/drawing/2014/main" id="{B874D657-7875-B8DD-0AC6-A069D3902C6D}"/>
              </a:ext>
            </a:extLst>
          </p:cNvPr>
          <p:cNvSpPr>
            <a:spLocks noGrp="1"/>
          </p:cNvSpPr>
          <p:nvPr>
            <p:ph idx="1"/>
          </p:nvPr>
        </p:nvSpPr>
        <p:spPr>
          <a:xfrm>
            <a:off x="1295401" y="2556931"/>
            <a:ext cx="6679365" cy="3753927"/>
          </a:xfrm>
        </p:spPr>
        <p:txBody>
          <a:bodyPr>
            <a:normAutofit/>
          </a:bodyPr>
          <a:lstStyle/>
          <a:p>
            <a:pPr marL="0" indent="0">
              <a:buNone/>
            </a:pPr>
            <a:r>
              <a:rPr lang="en-US" sz="2000" dirty="0"/>
              <a:t>This project is a Chip Inventory Management System developed in C++ using file handling. It allows users to manage chip products by storing all data in a simple csv file, eliminating the complexity of database setup. The project provides functionalities such as adding new products, searching, editing, deleting records, displaying all available products, and generating bills with applicable taxes and discounts. It is designed as a console-based application with a menu-driven interface to facilitate easy navigation and interaction. The system aims to offer a lightweight, portable inventory management solution suitable for small businesses or learning purposes.</a:t>
            </a:r>
            <a:endParaRPr lang="en-IN" sz="2000" dirty="0"/>
          </a:p>
        </p:txBody>
      </p:sp>
      <p:pic>
        <p:nvPicPr>
          <p:cNvPr id="2050" name="Picture 2" descr="Inventory Management System: Staying Ahead in Business">
            <a:extLst>
              <a:ext uri="{FF2B5EF4-FFF2-40B4-BE49-F238E27FC236}">
                <a16:creationId xmlns:a16="http://schemas.microsoft.com/office/drawing/2014/main" id="{1C930EAA-4B9B-CAB5-DB64-BF1463C86E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4844" y="2863121"/>
            <a:ext cx="3499970" cy="2893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7464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7780A-A627-FE70-5EEE-9DD3C627BDDD}"/>
              </a:ext>
            </a:extLst>
          </p:cNvPr>
          <p:cNvSpPr>
            <a:spLocks noGrp="1"/>
          </p:cNvSpPr>
          <p:nvPr>
            <p:ph type="title"/>
          </p:nvPr>
        </p:nvSpPr>
        <p:spPr/>
        <p:txBody>
          <a:bodyPr/>
          <a:lstStyle/>
          <a:p>
            <a:r>
              <a:rPr lang="en-US" b="1" dirty="0"/>
              <a:t>Key Features and Data Handling</a:t>
            </a:r>
            <a:endParaRPr lang="en-IN" b="1" dirty="0"/>
          </a:p>
        </p:txBody>
      </p:sp>
      <p:sp>
        <p:nvSpPr>
          <p:cNvPr id="3" name="Content Placeholder 2">
            <a:extLst>
              <a:ext uri="{FF2B5EF4-FFF2-40B4-BE49-F238E27FC236}">
                <a16:creationId xmlns:a16="http://schemas.microsoft.com/office/drawing/2014/main" id="{6DC1F91F-2BA1-30D2-40CC-02763E0DF0AE}"/>
              </a:ext>
            </a:extLst>
          </p:cNvPr>
          <p:cNvSpPr>
            <a:spLocks noGrp="1"/>
          </p:cNvSpPr>
          <p:nvPr>
            <p:ph idx="1"/>
          </p:nvPr>
        </p:nvSpPr>
        <p:spPr/>
        <p:txBody>
          <a:bodyPr>
            <a:normAutofit lnSpcReduction="10000"/>
          </a:bodyPr>
          <a:lstStyle/>
          <a:p>
            <a:pPr marL="0" indent="0">
              <a:buNone/>
            </a:pPr>
            <a:r>
              <a:rPr lang="en-US" dirty="0"/>
              <a:t>The program uses C++ standard file input/output to read and write product data from a CSV file. Each chip product's details, including Product ID, Name, Quantity, Seller, Price, Brand, and Deadstock, are stored as structured data in memory during runtime and saved back to the file upon modification. Users can perform CRUD (Create, Read, Update, Delete) operations on inventory items, ensuring real-time data persistence. The billing feature computes GST and discounts based on predefined slabs and outputs a detailed bill summary. This approach emphasizes simplicity, eliminating the need for external dependencies while maintaining core inventory management functionalities.</a:t>
            </a:r>
            <a:endParaRPr lang="en-IN" dirty="0"/>
          </a:p>
        </p:txBody>
      </p:sp>
    </p:spTree>
    <p:extLst>
      <p:ext uri="{BB962C8B-B14F-4D97-AF65-F5344CB8AC3E}">
        <p14:creationId xmlns:p14="http://schemas.microsoft.com/office/powerpoint/2010/main" val="269378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15251-E628-F7D3-3691-D345C6BF1A76}"/>
              </a:ext>
            </a:extLst>
          </p:cNvPr>
          <p:cNvSpPr>
            <a:spLocks noGrp="1"/>
          </p:cNvSpPr>
          <p:nvPr>
            <p:ph type="title"/>
          </p:nvPr>
        </p:nvSpPr>
        <p:spPr/>
        <p:txBody>
          <a:bodyPr/>
          <a:lstStyle/>
          <a:p>
            <a:r>
              <a:rPr lang="en-US" b="1" dirty="0"/>
              <a:t>Benefits and Future Scope</a:t>
            </a:r>
            <a:endParaRPr lang="en-IN" b="1" dirty="0"/>
          </a:p>
        </p:txBody>
      </p:sp>
      <p:sp>
        <p:nvSpPr>
          <p:cNvPr id="3" name="Content Placeholder 2">
            <a:extLst>
              <a:ext uri="{FF2B5EF4-FFF2-40B4-BE49-F238E27FC236}">
                <a16:creationId xmlns:a16="http://schemas.microsoft.com/office/drawing/2014/main" id="{8224406E-669E-4B86-9FA4-8A4ED768FED8}"/>
              </a:ext>
            </a:extLst>
          </p:cNvPr>
          <p:cNvSpPr>
            <a:spLocks noGrp="1"/>
          </p:cNvSpPr>
          <p:nvPr>
            <p:ph idx="1"/>
          </p:nvPr>
        </p:nvSpPr>
        <p:spPr>
          <a:xfrm>
            <a:off x="1295401" y="2556932"/>
            <a:ext cx="5465163" cy="3318936"/>
          </a:xfrm>
        </p:spPr>
        <p:txBody>
          <a:bodyPr>
            <a:normAutofit fontScale="85000" lnSpcReduction="20000"/>
          </a:bodyPr>
          <a:lstStyle/>
          <a:p>
            <a:pPr marL="0" indent="0">
              <a:buNone/>
            </a:pPr>
            <a:r>
              <a:rPr lang="en-US" dirty="0"/>
              <a:t>This file-based inventory system provides a foundation for understanding inventory management concepts and file handling in C++. It is accessible for users without database expertise and portable across different environments. The proposed design focuses on ease of use, reliability, and modularity to allow future enhancements, such as integrating GUI frontends, advanced reporting, or migrating to database-backed storage. With minimal setup required, this project serves as an educational tool and a stepping stone for building more complex inventory or retail systems in C++.</a:t>
            </a:r>
            <a:endParaRPr lang="en-IN" dirty="0"/>
          </a:p>
        </p:txBody>
      </p:sp>
      <p:pic>
        <p:nvPicPr>
          <p:cNvPr id="3074" name="Picture 2" descr="What is Inventory Management 101 ...">
            <a:extLst>
              <a:ext uri="{FF2B5EF4-FFF2-40B4-BE49-F238E27FC236}">
                <a16:creationId xmlns:a16="http://schemas.microsoft.com/office/drawing/2014/main" id="{06A3AA6D-79D8-9EC1-83F5-A43F092ACA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0427" y="2616200"/>
            <a:ext cx="4257206" cy="3259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9880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8E11E5D-F1B2-8DE6-9C64-88999850D4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1642" y="778041"/>
            <a:ext cx="10208715" cy="5347458"/>
          </a:xfrm>
          <a:prstGeom prst="rect">
            <a:avLst/>
          </a:prstGeom>
        </p:spPr>
      </p:pic>
    </p:spTree>
    <p:extLst>
      <p:ext uri="{BB962C8B-B14F-4D97-AF65-F5344CB8AC3E}">
        <p14:creationId xmlns:p14="http://schemas.microsoft.com/office/powerpoint/2010/main" val="2959061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D629BB-1540-6FC6-EA59-7C6089725B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629" y="741500"/>
            <a:ext cx="10532741" cy="5375000"/>
          </a:xfrm>
          <a:prstGeom prst="rect">
            <a:avLst/>
          </a:prstGeom>
        </p:spPr>
      </p:pic>
    </p:spTree>
    <p:extLst>
      <p:ext uri="{BB962C8B-B14F-4D97-AF65-F5344CB8AC3E}">
        <p14:creationId xmlns:p14="http://schemas.microsoft.com/office/powerpoint/2010/main" val="1961249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12AF35-5A19-C295-F127-40C92B326F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2025" y="2547361"/>
            <a:ext cx="10267950" cy="2094877"/>
          </a:xfrm>
          <a:prstGeom prst="rect">
            <a:avLst/>
          </a:prstGeom>
        </p:spPr>
      </p:pic>
    </p:spTree>
    <p:extLst>
      <p:ext uri="{BB962C8B-B14F-4D97-AF65-F5344CB8AC3E}">
        <p14:creationId xmlns:p14="http://schemas.microsoft.com/office/powerpoint/2010/main" val="245847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C2A3C2E-4354-9596-CFD3-F8DD8D57BA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5175" y="484802"/>
            <a:ext cx="10481650" cy="5888396"/>
          </a:xfrm>
          <a:prstGeom prst="rect">
            <a:avLst/>
          </a:prstGeom>
        </p:spPr>
      </p:pic>
    </p:spTree>
    <p:extLst>
      <p:ext uri="{BB962C8B-B14F-4D97-AF65-F5344CB8AC3E}">
        <p14:creationId xmlns:p14="http://schemas.microsoft.com/office/powerpoint/2010/main" val="1696518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547C54-B412-223D-4E47-9D95D2798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790" y="2477554"/>
            <a:ext cx="10628419" cy="1902891"/>
          </a:xfrm>
          <a:prstGeom prst="rect">
            <a:avLst/>
          </a:prstGeom>
        </p:spPr>
      </p:pic>
    </p:spTree>
    <p:extLst>
      <p:ext uri="{BB962C8B-B14F-4D97-AF65-F5344CB8AC3E}">
        <p14:creationId xmlns:p14="http://schemas.microsoft.com/office/powerpoint/2010/main" val="361281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D71109D-22B0-3775-4137-BBD66E593A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389" y="798871"/>
            <a:ext cx="10715221" cy="5260258"/>
          </a:xfrm>
          <a:prstGeom prst="rect">
            <a:avLst/>
          </a:prstGeom>
        </p:spPr>
      </p:pic>
    </p:spTree>
    <p:extLst>
      <p:ext uri="{BB962C8B-B14F-4D97-AF65-F5344CB8AC3E}">
        <p14:creationId xmlns:p14="http://schemas.microsoft.com/office/powerpoint/2010/main" val="3471263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AB4301-444C-DB8C-E26E-5096F0D1DC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7214" y="690212"/>
            <a:ext cx="7997572" cy="5477575"/>
          </a:xfrm>
          <a:prstGeom prst="rect">
            <a:avLst/>
          </a:prstGeom>
        </p:spPr>
      </p:pic>
    </p:spTree>
    <p:extLst>
      <p:ext uri="{BB962C8B-B14F-4D97-AF65-F5344CB8AC3E}">
        <p14:creationId xmlns:p14="http://schemas.microsoft.com/office/powerpoint/2010/main" val="3823207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3B74B8-8456-6C56-3134-ED2CFE2D65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0413" y="621389"/>
            <a:ext cx="8571173" cy="5615222"/>
          </a:xfrm>
          <a:prstGeom prst="rect">
            <a:avLst/>
          </a:prstGeom>
        </p:spPr>
      </p:pic>
    </p:spTree>
    <p:extLst>
      <p:ext uri="{BB962C8B-B14F-4D97-AF65-F5344CB8AC3E}">
        <p14:creationId xmlns:p14="http://schemas.microsoft.com/office/powerpoint/2010/main" val="1638871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A67466-0F04-0DFF-1F9E-31A64B2E3A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833" y="1085758"/>
            <a:ext cx="10694334" cy="4686483"/>
          </a:xfrm>
          <a:prstGeom prst="rect">
            <a:avLst/>
          </a:prstGeom>
        </p:spPr>
      </p:pic>
    </p:spTree>
    <p:extLst>
      <p:ext uri="{BB962C8B-B14F-4D97-AF65-F5344CB8AC3E}">
        <p14:creationId xmlns:p14="http://schemas.microsoft.com/office/powerpoint/2010/main" val="485163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2850112-3E05-D40C-D466-B0DA713FF3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5971" y="678339"/>
            <a:ext cx="9500057" cy="5501322"/>
          </a:xfrm>
          <a:prstGeom prst="rect">
            <a:avLst/>
          </a:prstGeom>
        </p:spPr>
      </p:pic>
    </p:spTree>
    <p:extLst>
      <p:ext uri="{BB962C8B-B14F-4D97-AF65-F5344CB8AC3E}">
        <p14:creationId xmlns:p14="http://schemas.microsoft.com/office/powerpoint/2010/main" val="95217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7974E3-7DC3-14DB-E9F8-E220EEB3F2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4143" y="1293439"/>
            <a:ext cx="9303713" cy="4271122"/>
          </a:xfrm>
          <a:prstGeom prst="rect">
            <a:avLst/>
          </a:prstGeom>
        </p:spPr>
      </p:pic>
    </p:spTree>
    <p:extLst>
      <p:ext uri="{BB962C8B-B14F-4D97-AF65-F5344CB8AC3E}">
        <p14:creationId xmlns:p14="http://schemas.microsoft.com/office/powerpoint/2010/main" val="255579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EB132B5F-E4DC-D58A-6EF3-57C0BF859F42}"/>
              </a:ext>
            </a:extLst>
          </p:cNvPr>
          <p:cNvSpPr>
            <a:spLocks noGrp="1"/>
          </p:cNvSpPr>
          <p:nvPr>
            <p:ph type="subTitle" idx="1"/>
          </p:nvPr>
        </p:nvSpPr>
        <p:spPr>
          <a:xfrm>
            <a:off x="2688165" y="2467894"/>
            <a:ext cx="6815669" cy="1320802"/>
          </a:xfrm>
        </p:spPr>
        <p:txBody>
          <a:bodyPr>
            <a:normAutofit fontScale="92500" lnSpcReduction="20000"/>
          </a:bodyPr>
          <a:lstStyle/>
          <a:p>
            <a:pPr marL="0" indent="0" algn="ctr">
              <a:buNone/>
            </a:pPr>
            <a:r>
              <a:rPr lang="en-IN" sz="9600" b="1" dirty="0"/>
              <a:t>Thank You!</a:t>
            </a:r>
          </a:p>
        </p:txBody>
      </p:sp>
    </p:spTree>
    <p:extLst>
      <p:ext uri="{BB962C8B-B14F-4D97-AF65-F5344CB8AC3E}">
        <p14:creationId xmlns:p14="http://schemas.microsoft.com/office/powerpoint/2010/main" val="286903416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59</TotalTime>
  <Words>362</Words>
  <Application>Microsoft Office PowerPoint</Application>
  <PresentationFormat>Widescreen</PresentationFormat>
  <Paragraphs>13</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Garamond</vt:lpstr>
      <vt:lpstr>Organic</vt:lpstr>
      <vt:lpstr>Inventory Management System</vt:lpstr>
      <vt:lpstr>Overview and Purpose:</vt:lpstr>
      <vt:lpstr>Key Features and Data Handling</vt:lpstr>
      <vt:lpstr>Benefits and Future Scope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Gun Chugh</dc:creator>
  <cp:lastModifiedBy>Pallavi Jain</cp:lastModifiedBy>
  <cp:revision>2</cp:revision>
  <dcterms:created xsi:type="dcterms:W3CDTF">2025-11-11T01:30:02Z</dcterms:created>
  <dcterms:modified xsi:type="dcterms:W3CDTF">2025-11-11T06:27:24Z</dcterms:modified>
</cp:coreProperties>
</file>